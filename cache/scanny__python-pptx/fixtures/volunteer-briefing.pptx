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Library Volunteer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Autumn schedule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Shelving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carts by noon</a:t>
            </a:r>
          </a:p>
          <a:p>
            <a:r>
              <a:t>Check the atlas section on Fridays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